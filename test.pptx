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3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56"/>
        <p:guide pos="38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p:nvPr>
            <p:ph type="ctrTitle"/>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533400"/>
          </a:xfrm>
        </p:spPr>
        <p:txBody>
          <a:bodyPr/>
          <a:p>
            <a:r>
              <a:rPr lang="zh-CN" altLang="en-US" sz="2000">
                <a:solidFill>
                  <a:srgbClr val="FF0000"/>
                </a:solidFill>
              </a:rPr>
              <a:t>组织人才</a:t>
            </a:r>
            <a:endParaRPr lang="zh-CN" altLang="en-US" sz="2000">
              <a:solidFill>
                <a:srgbClr val="FF0000"/>
              </a:solidFill>
            </a:endParaRPr>
          </a:p>
        </p:txBody>
      </p:sp>
      <p:sp>
        <p:nvSpPr>
          <p:cNvPr id="3" name="文本框 2"/>
          <p:cNvSpPr txBox="1"/>
          <p:nvPr/>
        </p:nvSpPr>
        <p:spPr>
          <a:xfrm>
            <a:off x="907415" y="1146175"/>
            <a:ext cx="10377805" cy="1198880"/>
          </a:xfrm>
          <a:prstGeom prst="rect">
            <a:avLst/>
          </a:prstGeom>
          <a:noFill/>
        </p:spPr>
        <p:txBody>
          <a:bodyPr wrap="square" rtlCol="0">
            <a:spAutoFit/>
          </a:bodyPr>
          <a:p>
            <a:r>
              <a:rPr lang="zh-CN" altLang="en-US">
                <a:sym typeface="+mn-ea"/>
              </a:rPr>
              <a:t>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具身智能产业发展</a:t>
            </a:r>
            <a:endParaRPr lang="zh-CN" altLang="en-US"/>
          </a:p>
        </p:txBody>
      </p:sp>
      <p:grpSp>
        <p:nvGrpSpPr>
          <p:cNvPr id="7" name="组合 6"/>
          <p:cNvGrpSpPr/>
          <p:nvPr/>
        </p:nvGrpSpPr>
        <p:grpSpPr>
          <a:xfrm>
            <a:off x="2019300" y="2763520"/>
            <a:ext cx="7882255" cy="368300"/>
            <a:chOff x="3180" y="4352"/>
            <a:chExt cx="12413" cy="580"/>
          </a:xfrm>
        </p:grpSpPr>
        <p:sp>
          <p:nvSpPr>
            <p:cNvPr id="4" name="文本框 3"/>
            <p:cNvSpPr txBox="1"/>
            <p:nvPr/>
          </p:nvSpPr>
          <p:spPr>
            <a:xfrm>
              <a:off x="3180" y="4352"/>
              <a:ext cx="2040" cy="580"/>
            </a:xfrm>
            <a:prstGeom prst="rect">
              <a:avLst/>
            </a:prstGeom>
            <a:noFill/>
          </p:spPr>
          <p:txBody>
            <a:bodyPr wrap="square" rtlCol="0">
              <a:spAutoFit/>
            </a:bodyPr>
            <a:p>
              <a:r>
                <a:rPr lang="en-US" altLang="zh-CN">
                  <a:latin typeface="等线 Light" panose="02010600030101010101" charset="-122"/>
                  <a:ea typeface="等线 Light" panose="02010600030101010101" charset="-122"/>
                  <a:cs typeface="等线 Light" panose="02010600030101010101" charset="-122"/>
                </a:rPr>
                <a:t>27</a:t>
              </a:r>
              <a:r>
                <a:rPr lang="zh-CN" altLang="en-US">
                  <a:latin typeface="等线 Light" panose="02010600030101010101" charset="-122"/>
                  <a:ea typeface="等线 Light" panose="02010600030101010101" charset="-122"/>
                  <a:cs typeface="等线 Light" panose="02010600030101010101" charset="-122"/>
                </a:rPr>
                <a:t>年</a:t>
              </a:r>
              <a:r>
                <a:rPr lang="en-US" altLang="zh-CN">
                  <a:latin typeface="等线 Light" panose="02010600030101010101" charset="-122"/>
                  <a:ea typeface="等线 Light" panose="02010600030101010101" charset="-122"/>
                  <a:cs typeface="等线 Light" panose="02010600030101010101" charset="-122"/>
                </a:rPr>
                <a:t>5</a:t>
              </a:r>
              <a:r>
                <a:rPr lang="zh-CN" altLang="en-US">
                  <a:latin typeface="等线 Light" panose="02010600030101010101" charset="-122"/>
                  <a:ea typeface="等线 Light" panose="02010600030101010101" charset="-122"/>
                  <a:cs typeface="等线 Light" panose="02010600030101010101" charset="-122"/>
                </a:rPr>
                <a:t>以</a:t>
              </a:r>
              <a:endParaRPr lang="zh-CN" altLang="en-US">
                <a:latin typeface="等线 Light" panose="02010600030101010101" charset="-122"/>
                <a:ea typeface="等线 Light" panose="02010600030101010101" charset="-122"/>
                <a:cs typeface="等线 Light" panose="02010600030101010101" charset="-122"/>
              </a:endParaRPr>
            </a:p>
          </p:txBody>
        </p:sp>
        <p:sp>
          <p:nvSpPr>
            <p:cNvPr id="5" name="文本框 4"/>
            <p:cNvSpPr txBox="1"/>
            <p:nvPr/>
          </p:nvSpPr>
          <p:spPr>
            <a:xfrm>
              <a:off x="8675" y="4352"/>
              <a:ext cx="2040" cy="580"/>
            </a:xfrm>
            <a:prstGeom prst="rect">
              <a:avLst/>
            </a:prstGeom>
            <a:noFill/>
          </p:spPr>
          <p:txBody>
            <a:bodyPr wrap="square" rtlCol="0">
              <a:spAutoFit/>
            </a:bodyPr>
            <a:p>
              <a:r>
                <a:rPr lang="en-US" altLang="zh-CN">
                  <a:latin typeface="等线 Light" panose="02010600030101010101" charset="-122"/>
                  <a:ea typeface="等线 Light" panose="02010600030101010101" charset="-122"/>
                  <a:cs typeface="等线 Light" panose="02010600030101010101" charset="-122"/>
                </a:rPr>
                <a:t>27</a:t>
              </a:r>
              <a:r>
                <a:rPr lang="zh-CN" altLang="en-US">
                  <a:latin typeface="等线 Light" panose="02010600030101010101" charset="-122"/>
                  <a:ea typeface="等线 Light" panose="02010600030101010101" charset="-122"/>
                  <a:cs typeface="等线 Light" panose="02010600030101010101" charset="-122"/>
                </a:rPr>
                <a:t>年</a:t>
              </a:r>
              <a:r>
                <a:rPr lang="en-US" altLang="zh-CN">
                  <a:latin typeface="等线 Light" panose="02010600030101010101" charset="-122"/>
                  <a:ea typeface="等线 Light" panose="02010600030101010101" charset="-122"/>
                  <a:cs typeface="等线 Light" panose="02010600030101010101" charset="-122"/>
                </a:rPr>
                <a:t>15</a:t>
              </a:r>
              <a:r>
                <a:rPr lang="zh-CN" altLang="en-US">
                  <a:latin typeface="等线 Light" panose="02010600030101010101" charset="-122"/>
                  <a:ea typeface="等线 Light" panose="02010600030101010101" charset="-122"/>
                  <a:cs typeface="等线 Light" panose="02010600030101010101" charset="-122"/>
                </a:rPr>
                <a:t>以</a:t>
              </a:r>
              <a:endParaRPr lang="zh-CN" altLang="en-US">
                <a:latin typeface="等线 Light" panose="02010600030101010101" charset="-122"/>
                <a:ea typeface="等线 Light" panose="02010600030101010101" charset="-122"/>
                <a:cs typeface="等线 Light" panose="02010600030101010101" charset="-122"/>
              </a:endParaRPr>
            </a:p>
          </p:txBody>
        </p:sp>
        <p:sp>
          <p:nvSpPr>
            <p:cNvPr id="6" name="文本框 5"/>
            <p:cNvSpPr txBox="1"/>
            <p:nvPr/>
          </p:nvSpPr>
          <p:spPr>
            <a:xfrm>
              <a:off x="13553" y="4352"/>
              <a:ext cx="2040" cy="580"/>
            </a:xfrm>
            <a:prstGeom prst="rect">
              <a:avLst/>
            </a:prstGeom>
            <a:noFill/>
          </p:spPr>
          <p:txBody>
            <a:bodyPr wrap="square" rtlCol="0">
              <a:spAutoFit/>
            </a:bodyPr>
            <a:p>
              <a:r>
                <a:rPr lang="en-US" altLang="zh-CN">
                  <a:latin typeface="等线 Light" panose="02010600030101010101" charset="-122"/>
                  <a:ea typeface="等线 Light" panose="02010600030101010101" charset="-122"/>
                  <a:cs typeface="等线 Light" panose="02010600030101010101" charset="-122"/>
                </a:rPr>
                <a:t>27</a:t>
              </a:r>
              <a:r>
                <a:rPr lang="zh-CN" altLang="en-US">
                  <a:latin typeface="等线 Light" panose="02010600030101010101" charset="-122"/>
                  <a:ea typeface="等线 Light" panose="02010600030101010101" charset="-122"/>
                  <a:cs typeface="等线 Light" panose="02010600030101010101" charset="-122"/>
                </a:rPr>
                <a:t>年</a:t>
              </a:r>
              <a:r>
                <a:rPr lang="en-US" altLang="zh-CN">
                  <a:latin typeface="等线 Light" panose="02010600030101010101" charset="-122"/>
                  <a:ea typeface="等线 Light" panose="02010600030101010101" charset="-122"/>
                  <a:cs typeface="等线 Light" panose="02010600030101010101" charset="-122"/>
                </a:rPr>
                <a:t>115</a:t>
              </a:r>
              <a:r>
                <a:rPr lang="zh-CN" altLang="en-US">
                  <a:latin typeface="等线 Light" panose="02010600030101010101" charset="-122"/>
                  <a:ea typeface="等线 Light" panose="02010600030101010101" charset="-122"/>
                  <a:cs typeface="等线 Light" panose="02010600030101010101" charset="-122"/>
                </a:rPr>
                <a:t>以</a:t>
              </a:r>
              <a:endParaRPr lang="zh-CN" altLang="en-US">
                <a:latin typeface="等线 Light" panose="02010600030101010101" charset="-122"/>
                <a:ea typeface="等线 Light" panose="02010600030101010101" charset="-122"/>
                <a:cs typeface="等线 Light" panose="02010600030101010101" charset="-122"/>
              </a:endParaRPr>
            </a:p>
          </p:txBody>
        </p:sp>
      </p:gr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Words>
  <Application>WPS 演示</Application>
  <PresentationFormat>宽屏</PresentationFormat>
  <Paragraphs>10</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等线 Light</vt:lpstr>
      <vt:lpstr>Calibri</vt:lpstr>
      <vt:lpstr>微软雅黑</vt:lpstr>
      <vt:lpstr>Arial Unicode MS</vt:lpstr>
      <vt:lpstr>WPS</vt:lpstr>
      <vt:lpstr>PowerPoint 演示文稿</vt:lpstr>
      <vt:lpstr>组织人才</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朱希迅</cp:lastModifiedBy>
  <cp:revision>11</cp:revision>
  <dcterms:created xsi:type="dcterms:W3CDTF">2023-08-09T12:44:00Z</dcterms:created>
  <dcterms:modified xsi:type="dcterms:W3CDTF">2026-07-24T08:20:47Z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2052-12.1.0.26899</vt:lpwstr>
  </property>
  <property fmtid="{D5CDD505-2E9C-101B-9397-08002B2CF9AE}" pid="3" name="ICV">
    <vt:lpwstr>45C7E0E8DC5E42C099CF47B5043C2EF7_12</vt:lpwstr>
  </property>
</Properties>
</file>