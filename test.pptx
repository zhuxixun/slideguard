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6" userDrawn="1">
          <p15:clr>
            <a:srgbClr val="A4A3A4"/>
          </p15:clr>
        </p15:guide>
        <p15:guide id="2" pos="387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showGuides="1">
      <p:cViewPr varScale="1">
        <p:scale>
          <a:sx n="116" d="100"/>
          <a:sy n="116" d="100"/>
        </p:scale>
        <p:origin x="336" y="108"/>
      </p:cViewPr>
      <p:guideLst>
        <p:guide orient="horz" pos="2156"/>
        <p:guide pos="387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7" Type="http://schemas.openxmlformats.org/officeDocument/2006/relationships/tableStyles" Target="tableStyles.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3"/>
          <p:cNvSpPr/>
          <p:nvPr>
            <p:ph type="ctrTitle"/>
          </p:nvPr>
        </p:nvSpPr>
        <p:spPr/>
        <p:txBody>
          <a:bodyPr/>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838200" y="365125"/>
            <a:ext cx="10515600" cy="533400"/>
          </a:xfrm>
        </p:spPr>
        <p:txBody>
          <a:bodyPr/>
          <a:p>
            <a:r>
              <a:rPr lang="zh-CN" altLang="en-US" sz="2000">
                <a:solidFill>
                  <a:srgbClr val="FF0000"/>
                </a:solidFill>
              </a:rPr>
              <a:t>组织人才</a:t>
            </a:r>
            <a:endParaRPr lang="zh-CN" altLang="en-US" sz="2000">
              <a:solidFill>
                <a:srgbClr val="FF0000"/>
              </a:solidFill>
            </a:endParaRPr>
          </a:p>
        </p:txBody>
      </p:sp>
      <p:sp>
        <p:nvSpPr>
          <p:cNvPr id="3" name="文本框 2"/>
          <p:cNvSpPr txBox="1"/>
          <p:nvPr/>
        </p:nvSpPr>
        <p:spPr>
          <a:xfrm>
            <a:off x="907415" y="1146175"/>
            <a:ext cx="10377805" cy="1198880"/>
          </a:xfrm>
          <a:prstGeom prst="rect">
            <a:avLst/>
          </a:prstGeom>
          <a:noFill/>
        </p:spPr>
        <p:txBody>
          <a:bodyPr wrap="square" rtlCol="0">
            <a:spAutoFit/>
          </a:bodyPr>
          <a:p>
            <a:r>
              <a:rPr lang="zh-CN" altLang="en-US">
                <a:sym typeface="+mn-ea"/>
              </a:rPr>
              <a:t>具身智能产业发展具身智能产业发展具身智能产业发展具身智能产业发展具身智能产业发展具身智能产业发展具身智能产业发展具身智能产业发展具身智能产业发展具身智能产业发展具身智能产业发展具身智能产业发展具身智能产业发展具身智能产业发展具身智能产业发展具身智能产业发展具身智能产业发展具身智能产业发展具身智能产业发展具身智能产业发展</a:t>
            </a:r>
            <a:endParaRPr lang="zh-CN" altLang="en-US"/>
          </a:p>
        </p:txBody>
      </p:sp>
      <p:sp>
        <p:nvSpPr>
          <p:cNvPr id="4" name="文本框 3"/>
          <p:cNvSpPr txBox="1"/>
          <p:nvPr/>
        </p:nvSpPr>
        <p:spPr>
          <a:xfrm>
            <a:off x="2019300" y="2763520"/>
            <a:ext cx="1295400" cy="368300"/>
          </a:xfrm>
          <a:prstGeom prst="rect">
            <a:avLst/>
          </a:prstGeom>
          <a:noFill/>
        </p:spPr>
        <p:txBody>
          <a:bodyPr wrap="square" rtlCol="0">
            <a:spAutoFit/>
          </a:bodyPr>
          <a:p>
            <a:r>
              <a:rPr lang="en-US" altLang="zh-CN">
                <a:latin typeface="等线 Light" panose="02010600030101010101" charset="-122"/>
                <a:ea typeface="等线 Light" panose="02010600030101010101" charset="-122"/>
                <a:cs typeface="等线 Light" panose="02010600030101010101" charset="-122"/>
              </a:rPr>
              <a:t>27</a:t>
            </a:r>
            <a:r>
              <a:rPr lang="zh-CN" altLang="en-US">
                <a:latin typeface="等线 Light" panose="02010600030101010101" charset="-122"/>
                <a:ea typeface="等线 Light" panose="02010600030101010101" charset="-122"/>
                <a:cs typeface="等线 Light" panose="02010600030101010101" charset="-122"/>
              </a:rPr>
              <a:t>年</a:t>
            </a:r>
            <a:r>
              <a:rPr lang="en-US" altLang="zh-CN">
                <a:latin typeface="等线 Light" panose="02010600030101010101" charset="-122"/>
                <a:ea typeface="等线 Light" panose="02010600030101010101" charset="-122"/>
                <a:cs typeface="等线 Light" panose="02010600030101010101" charset="-122"/>
              </a:rPr>
              <a:t>5</a:t>
            </a:r>
            <a:r>
              <a:rPr lang="zh-CN" altLang="en-US">
                <a:latin typeface="等线 Light" panose="02010600030101010101" charset="-122"/>
                <a:ea typeface="等线 Light" panose="02010600030101010101" charset="-122"/>
                <a:cs typeface="等线 Light" panose="02010600030101010101" charset="-122"/>
              </a:rPr>
              <a:t>以</a:t>
            </a:r>
            <a:endParaRPr lang="zh-CN" altLang="en-US">
              <a:latin typeface="等线 Light" panose="02010600030101010101" charset="-122"/>
              <a:ea typeface="等线 Light" panose="02010600030101010101" charset="-122"/>
              <a:cs typeface="等线 Light" panose="02010600030101010101" charset="-122"/>
            </a:endParaRPr>
          </a:p>
        </p:txBody>
      </p:sp>
      <p:sp>
        <p:nvSpPr>
          <p:cNvPr id="5" name="文本框 4"/>
          <p:cNvSpPr txBox="1"/>
          <p:nvPr/>
        </p:nvSpPr>
        <p:spPr>
          <a:xfrm>
            <a:off x="5508625" y="2763520"/>
            <a:ext cx="1295400" cy="368300"/>
          </a:xfrm>
          <a:prstGeom prst="rect">
            <a:avLst/>
          </a:prstGeom>
          <a:noFill/>
        </p:spPr>
        <p:txBody>
          <a:bodyPr wrap="square" rtlCol="0">
            <a:spAutoFit/>
          </a:bodyPr>
          <a:p>
            <a:r>
              <a:rPr lang="en-US" altLang="zh-CN">
                <a:latin typeface="等线 Light" panose="02010600030101010101" charset="-122"/>
                <a:ea typeface="等线 Light" panose="02010600030101010101" charset="-122"/>
                <a:cs typeface="等线 Light" panose="02010600030101010101" charset="-122"/>
              </a:rPr>
              <a:t>27</a:t>
            </a:r>
            <a:r>
              <a:rPr lang="zh-CN" altLang="en-US">
                <a:latin typeface="等线 Light" panose="02010600030101010101" charset="-122"/>
                <a:ea typeface="等线 Light" panose="02010600030101010101" charset="-122"/>
                <a:cs typeface="等线 Light" panose="02010600030101010101" charset="-122"/>
              </a:rPr>
              <a:t>年</a:t>
            </a:r>
            <a:r>
              <a:rPr lang="en-US" altLang="zh-CN">
                <a:latin typeface="等线 Light" panose="02010600030101010101" charset="-122"/>
                <a:ea typeface="等线 Light" panose="02010600030101010101" charset="-122"/>
                <a:cs typeface="等线 Light" panose="02010600030101010101" charset="-122"/>
              </a:rPr>
              <a:t>15</a:t>
            </a:r>
            <a:r>
              <a:rPr lang="zh-CN" altLang="en-US">
                <a:latin typeface="等线 Light" panose="02010600030101010101" charset="-122"/>
                <a:ea typeface="等线 Light" panose="02010600030101010101" charset="-122"/>
                <a:cs typeface="等线 Light" panose="02010600030101010101" charset="-122"/>
              </a:rPr>
              <a:t>以</a:t>
            </a:r>
            <a:endParaRPr lang="zh-CN" altLang="en-US">
              <a:latin typeface="等线 Light" panose="02010600030101010101" charset="-122"/>
              <a:ea typeface="等线 Light" panose="02010600030101010101" charset="-122"/>
              <a:cs typeface="等线 Light" panose="02010600030101010101" charset="-122"/>
            </a:endParaRPr>
          </a:p>
        </p:txBody>
      </p:sp>
      <p:sp>
        <p:nvSpPr>
          <p:cNvPr id="6" name="文本框 5"/>
          <p:cNvSpPr txBox="1"/>
          <p:nvPr/>
        </p:nvSpPr>
        <p:spPr>
          <a:xfrm>
            <a:off x="8606155" y="2763520"/>
            <a:ext cx="1295400" cy="368300"/>
          </a:xfrm>
          <a:prstGeom prst="rect">
            <a:avLst/>
          </a:prstGeom>
          <a:noFill/>
        </p:spPr>
        <p:txBody>
          <a:bodyPr wrap="square" rtlCol="0">
            <a:spAutoFit/>
          </a:bodyPr>
          <a:p>
            <a:r>
              <a:rPr lang="en-US" altLang="zh-CN">
                <a:latin typeface="等线 Light" panose="02010600030101010101" charset="-122"/>
                <a:ea typeface="等线 Light" panose="02010600030101010101" charset="-122"/>
                <a:cs typeface="等线 Light" panose="02010600030101010101" charset="-122"/>
              </a:rPr>
              <a:t>27</a:t>
            </a:r>
            <a:r>
              <a:rPr lang="zh-CN" altLang="en-US">
                <a:latin typeface="等线 Light" panose="02010600030101010101" charset="-122"/>
                <a:ea typeface="等线 Light" panose="02010600030101010101" charset="-122"/>
                <a:cs typeface="等线 Light" panose="02010600030101010101" charset="-122"/>
              </a:rPr>
              <a:t>年</a:t>
            </a:r>
            <a:r>
              <a:rPr lang="en-US" altLang="zh-CN">
                <a:latin typeface="等线 Light" panose="02010600030101010101" charset="-122"/>
                <a:ea typeface="等线 Light" panose="02010600030101010101" charset="-122"/>
                <a:cs typeface="等线 Light" panose="02010600030101010101" charset="-122"/>
              </a:rPr>
              <a:t>115</a:t>
            </a:r>
            <a:r>
              <a:rPr lang="zh-CN" altLang="en-US">
                <a:latin typeface="等线 Light" panose="02010600030101010101" charset="-122"/>
                <a:ea typeface="等线 Light" panose="02010600030101010101" charset="-122"/>
                <a:cs typeface="等线 Light" panose="02010600030101010101" charset="-122"/>
              </a:rPr>
              <a:t>以</a:t>
            </a:r>
            <a:endParaRPr lang="zh-CN" altLang="en-US">
              <a:latin typeface="等线 Light" panose="02010600030101010101" charset="-122"/>
              <a:ea typeface="等线 Light" panose="02010600030101010101" charset="-122"/>
              <a:cs typeface="等线 Light" panose="02010600030101010101" charset="-122"/>
            </a:endParaRPr>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182</Words>
  <Application>WPS 演示</Application>
  <PresentationFormat>宽屏</PresentationFormat>
  <Paragraphs>10</Paragraphs>
  <Slides>2</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vt:i4>
      </vt:variant>
    </vt:vector>
  </HeadingPairs>
  <TitlesOfParts>
    <vt:vector size="10" baseType="lpstr">
      <vt:lpstr>Arial</vt:lpstr>
      <vt:lpstr>宋体</vt:lpstr>
      <vt:lpstr>Wingdings</vt:lpstr>
      <vt:lpstr>等线 Light</vt:lpstr>
      <vt:lpstr>Calibri</vt:lpstr>
      <vt:lpstr>微软雅黑</vt:lpstr>
      <vt:lpstr>Arial Unicode MS</vt:lpstr>
      <vt:lpstr>WPS</vt:lpstr>
      <vt:lpstr>PowerPoint 演示文稿</vt:lpstr>
      <vt:lpstr>组织人才</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朱希迅</cp:lastModifiedBy>
  <cp:revision>10</cp:revision>
  <dcterms:created xsi:type="dcterms:W3CDTF">2023-08-09T12:44:00Z</dcterms:created>
  <dcterms:modified xsi:type="dcterms:W3CDTF">2026-07-23T03:43:47Z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2052-12.1.0.26899</vt:lpwstr>
  </property>
  <property fmtid="{D5CDD505-2E9C-101B-9397-08002B2CF9AE}" pid="3" name="ICV">
    <vt:lpwstr>45C7E0E8DC5E42C099CF47B5043C2EF7_12</vt:lpwstr>
  </property>
</Properties>
</file>